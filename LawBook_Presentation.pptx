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309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B308"/>
                </a:solidFill>
              </a:rPr>
              <a:t>LAWBOOK: THE LEGAL ASSISTANCE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6309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Project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⚖️ LAWBOOK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THE LEGAL ASSISTANCE SYSTEM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Project Presentation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1. Introduction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Overview and Background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Introduction - The Indian Legal Context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The Indian Penal Code (IPC) is the foundation of criminal law.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Legal procedures are complex, time-consuming, and expensive.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Accessing reliable legal information is difficult for the common citizen.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Static PDF documents lack search capabilities and interactivity.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Introduction - The Role of LegalTech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Legal informatics blends law with information technology.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Modern web development and AI can revolutionize legal access.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Technology can make legal knowledge more inclusive and equitable.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Bridges the gap between ordinary citizens and expert advocates.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Introduction - What is LawBook?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A comprehensive, interactive web-based platform built on the MERN stack.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Features an AI-powered legal chatbot for answering queries naturally.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Provides a verified directory for finding and consulting legal professionals.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Integrates seamless scheduling, chat, and secure payments.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2. Motivation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Why we built LawBook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Motivation - The Need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"Justice delayed is justice denied." - Need for timely assistance.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The urgent need to democratize legal knowledge across India.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Citizens struggle to understand complex legal jargon.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A lack of affordable, entry-level legal guidance tools.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Motivation - Problem with Current Systems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Existing online platforms only provide plain text PDFs, hard to navigate.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No easy way to check attorney credibility and verified reviews.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Lack of an integrated system combining AI guidance with human consultations.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Scattered solutions for chat, video calls, and payments.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3. Objectives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Primary and Secondary Goals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Objectives - Primary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Develop a scalable full-stack application (MongoDB, Express, React, Node).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Implement an AI-powered legal assistance chatbot using Gemini API.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Establish a verified, searchable, and filterable lawyer directory.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Enable highly accurate legal document retrieval using full-text indexing.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Objectives - Secondary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Enable secure real-time text chat between clients and advocates.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Facilitate seamless video consultations using Jitsi Meet integration.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Integrate secure payment processing for consultations via Razorpay.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Implement a transparent review and rating system for lawyers.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4. Literature Survey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Review of Existing Research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Literature Survey - Legal NLP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Katz et al. (2023): Explored NLP techniques in legal text analysis and case prediction.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M. James (2025): NLP for legal document review, noting advantages and risks.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Zhong et al. (2020): Legal Judgment Prediction via topological multi-task learning.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Literature Survey - Explainability &amp; LLMs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Fuseini &amp; Mumuni (2025): Explainable Artificial Intelligence (XAI) in legal systems.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LLMs in Law (2024): A survey on the ethical limitations of GPT/BERT in law.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Aletras et al. (2016): Predicting Judicial Decisions using Machine Learning.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Literature Survey - Retrieval Architectures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Rabelo et al. (2020): Legal Case Retrieval using Vector Space Models &amp; BERT.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Gupta et al. (2025): Dynamic Tagging RAG for Legal Corpora.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Castano et al. (2025): JusBuild - RAG-based Architecture for Document Building.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5. Research Gaps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Identifying the Missing Links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Research Gaps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Most research focuses on historical case retrieval, not statutory provisions (IPC).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Lack of interactive, user-facing applications designed specifically for Indian law.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General LLMs hallucinate and invent fake laws if not strictly constrained.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Existing models do not bridge the gap between AI advice and human lawyer consultation.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6. Research Contribution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How LawBook Bridges the Gap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Research Contribution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A hybrid approach: Retrieval Augmented Generation (RAG) combined with an expert AI.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Strict contextual boundaries to prevent AI hallucination and ensure factual accuracy.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Mapped IPC sections dynamically to user queries for highly relevant answers.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Created a unified digital ecosystem serving both clients and advocates effectively.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7. Proposed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System Architecture &amp; Modules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Proposed System - Architecture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Follows a modern 3-Tier Architecture: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1. Presentation Layer (Frontend): React.js &amp; Tailwind CSS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2. Application Layer (Backend): Node.js &amp; Express.js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3. Data Layer (Database): MongoDB Atlas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Seamless integration with external APIs for AI, Payments, and Video.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Proposed System - Key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Authentication Module: JWT, bcrypt, and OTP email verification.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AI Legal Chatbot Module: Gemini API paired with a custom RAG Engine.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Lawyer Directory &amp; Chat Module: Filtering, matching, and real-time messaging.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Appointment &amp; Payment Module: Scheduling logic and Razorpay integration.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8. Experimental Setup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Technologies &amp; Tools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Experimental Setup - Technologies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Frontend: React.js (v18.2.0), Tailwind CSS, React Router DOM.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Backend: Node.js (v18.0+), Express.js.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Database: MongoDB (v6.0+), Mongoose ODM.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Scripting: Python (v3.9+) for automated legal text scraping and formatting.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Experimental Setup - Third-Party Integrations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Artificial Intelligence: Official Google Gemini API (gemini-2.5-flash).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Payment Gateway: Razorpay Node.js SDK (with HMAC SHA256 verification).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Video Conferencing: Jitsi Meet React Wrapper.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Email Services: Nodemailer (SMTP) for OTP verification.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9. Retrieval Augmented Generation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Improving AI Accuracy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RAG - Core Concept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Improves AI accuracy by providing factual context directly from a database.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Prevents the AI from "guessing" legal provisions (Zero Hallucination approach).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Grounds responses strictly in the actual Indian Penal Code and Court Verdicts.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Ensures that all generated answers are legally verifiable and cited.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RAG - Workflow Execution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Step 1: The user query is sanitized and formatted.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Step 2: Relevant IPC sections and verdicts are retrieved from MongoDB.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Step 3: Factual context is strictly combined with the user's prompt.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Step 4: Gemini API generates a response based ONLY on the provided context.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Step 5: The response is returned to the user alongside verified legal citations.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B308"/>
                </a:solidFill>
              </a:rPr>
              <a:t>10. Semantic Similarity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Search Algorithm Logic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Semantic Similarity Search Algorithm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Efficiently finds relevant IPC sections using weighted text indexing.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Maintains MongoDB $text indexes on high-priority fields (Title, Keywords, Text).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Step 1: Attempts direct section lookup using Regular Expressions (e.g., "Section 302").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Step 2: If no direct match, extracts core keywords and executes lexical search.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Step 3: Calculates text match scores and returns the highest relevance documents.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11. JWT Auth + Recommendation Logic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JWT Authentication: Secure user sessions. Passwords hashed using bcrypt.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Token is validated using custom middleware before granting API access.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Recommendation Logic: Suggests suitable lawyers based on user requirements.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Filters advocates by specialization, sorts by average rating and experience.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12. 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Developed a comprehensive, AI-powered LegalTech platform for India.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Simplified legal access through modern web interfaces and intuitive design.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Demonstrated high accuracy in legal information retrieval with the RAG architecture.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Successfully bridged the gap between citizens seeking help and expert advocates.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13. Limitations &amp; 14.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Limitations: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 - Currently limited to English language and IPC.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 - Chat system uses polling instead of true WebSockets.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Future Enhancements: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 - Implement Multi-language support (Hindi, Marathi, etc.).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 - Develop native mobile apps for Android and iOS using React Native.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 - Expand database to CrPC, CPC, and specific state laws.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15. 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[1] Government of India, "Indian Penal Code, 1860." Available: indiacode.nic.in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[2] D. M. Katz et al., "Natural Language Processing in the Legal Domain," 2023.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[3] M. James, "NLP for Legal Document Review: Opportunities and Risks," 2025.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[4] H. Zhong et al., "Legal Judgment Prediction via Topological Multi-Task Learning," 2020.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[5] C. P. Osorio et al., "Promoting Free Flows via Competition Law," 2020.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F8FAFC"/>
                </a:solidFill>
              </a:rPr>
              <a:t>[6] Google DeepMind, "Gemini: Highly Capable Multimodal Models," 2024.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AB308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8FAFC"/>
                </a:solidFill>
              </a:rPr>
              <a:t>Questions &amp; Answers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LawBook: The Legal Assistance System</dc:title>
  <dc:subject>LawBook Presentation</dc:subject>
  <dc:creator>LawBook Team</dc:creator>
  <cp:lastModifiedBy>LawBook Team</cp:lastModifiedBy>
  <cp:revision>1</cp:revision>
  <dcterms:created xsi:type="dcterms:W3CDTF">2026-06-22T01:18:26Z</dcterms:created>
  <dcterms:modified xsi:type="dcterms:W3CDTF">2026-06-22T01:18:26Z</dcterms:modified>
</cp:coreProperties>
</file>